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 of Machine Learning</a:t>
            </a:r>
          </a:p>
        </p:txBody>
      </p:sp>
      <p:sp>
        <p:nvSpPr>
          <p:cNvPr id="3" name="Content Placeholder 2"/>
          <p:cNvSpPr>
            <a:spLocks noGrp="1"/>
          </p:cNvSpPr>
          <p:nvPr>
            <p:ph idx="1"/>
          </p:nvPr>
        </p:nvSpPr>
        <p:spPr/>
        <p:txBody>
          <a:bodyPr/>
          <a:lstStyle/>
          <a:p>
            <a:r>
              <a:t>Machine learning enables systems to learn from data without explicit programming. Key paradigms include supervised learning, unsupervised learning, and reinforcement learning. Applications span image recognition, natural language processing, autonomous vehicles, and scientific discovery.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Supervised Learning Techniques</a:t>
            </a:r>
          </a:p>
        </p:txBody>
      </p:sp>
      <p:sp>
        <p:nvSpPr>
          <p:cNvPr id="3" name="Content Placeholder 2"/>
          <p:cNvSpPr>
            <a:spLocks noGrp="1"/>
          </p:cNvSpPr>
          <p:nvPr>
            <p:ph idx="1"/>
          </p:nvPr>
        </p:nvSpPr>
        <p:spPr/>
        <p:txBody>
          <a:bodyPr/>
          <a:lstStyle/>
          <a:p>
            <a:r>
              <a:t>In supervised learning, models are trained on labelled datasets. Popular algorithms include linear regression for continuous outputs, logistic regression for binary classification, support vector machines for margin maximisation, and ensemble methods such as random forests and gradient boosting for improved accuracy.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Deep Learning Architectures</a:t>
            </a:r>
          </a:p>
        </p:txBody>
      </p:sp>
      <p:sp>
        <p:nvSpPr>
          <p:cNvPr id="3" name="Content Placeholder 2"/>
          <p:cNvSpPr>
            <a:spLocks noGrp="1"/>
          </p:cNvSpPr>
          <p:nvPr>
            <p:ph idx="1"/>
          </p:nvPr>
        </p:nvSpPr>
        <p:spPr/>
        <p:txBody>
          <a:bodyPr/>
          <a:lstStyle/>
          <a:p>
            <a:r>
              <a:t>Deep neural networks learn hierarchical representations. Convolutional networks process grid-structured data like images. Transformers use self-attention to model long-range dependencies in text. Large language models pre-trained on massive corpora are fine-tuned for downstream tasks with limited labelled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